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000000"/>
          </p15:clr>
        </p15:guide>
        <p15:guide id="2" pos="19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125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818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6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8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6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17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8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10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5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21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6406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marL="914400" lvl="1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marL="2286000" lvl="4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marL="2743200" lvl="5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marL="3200400" lvl="6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marL="3657600" lvl="7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marL="4114800" lvl="8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marR="0" lvl="0" indent="-364066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3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6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/>
        </p:nvSpPr>
        <p:spPr>
          <a:xfrm>
            <a:off x="1209209" y="1451427"/>
            <a:ext cx="9773581" cy="72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3" b="1" i="0" u="none" strike="noStrike" cap="none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Simpósio</a:t>
            </a:r>
            <a:r>
              <a:rPr lang="en-US" sz="2033" b="1" i="0" u="none" strike="noStrike" cap="none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33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Tecnologia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Empreendedorismo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Ciências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Computacionais</a:t>
            </a:r>
            <a:endParaRPr sz="1633" b="1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33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79600" y="2433325"/>
            <a:ext cx="122868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Título: Nono nonon on onono nonon onono nonon</a:t>
            </a:r>
            <a:endParaRPr sz="2400"/>
          </a:p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Área Temática: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(inserir “Projeto de Iniciação Científica” ou “Projeto de Extensão”)</a:t>
            </a:r>
            <a:endParaRPr sz="2400"/>
          </a:p>
        </p:txBody>
      </p:sp>
      <p:sp>
        <p:nvSpPr>
          <p:cNvPr id="96" name="Google Shape;96;p13"/>
          <p:cNvSpPr txBox="1"/>
          <p:nvPr/>
        </p:nvSpPr>
        <p:spPr>
          <a:xfrm>
            <a:off x="1786801" y="3775300"/>
            <a:ext cx="86184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Autores (colocar à frente do nome quem é o Orientador e quem será o Apresentador do trabalho)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 on ono no non on on on on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 onon onon ononononononon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Nononononononononononononon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Imagem 1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9" t="20314" r="19849" b="36665"/>
          <a:stretch/>
        </p:blipFill>
        <p:spPr bwMode="auto">
          <a:xfrm>
            <a:off x="4384002" y="31477"/>
            <a:ext cx="3423996" cy="1382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/>
        </p:nvSpPr>
        <p:spPr>
          <a:xfrm>
            <a:off x="453825" y="154913"/>
            <a:ext cx="10441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4400"/>
          </a:p>
        </p:txBody>
      </p:sp>
      <p:sp>
        <p:nvSpPr>
          <p:cNvPr id="112" name="Google Shape;112;p14"/>
          <p:cNvSpPr txBox="1"/>
          <p:nvPr/>
        </p:nvSpPr>
        <p:spPr>
          <a:xfrm>
            <a:off x="461550" y="925350"/>
            <a:ext cx="11268900" cy="4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9347611" y="6031015"/>
            <a:ext cx="1714373" cy="79842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7414987" y="6248504"/>
            <a:ext cx="1935040" cy="43552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6240830" y="6058836"/>
            <a:ext cx="1175624" cy="800163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5111568" y="5972011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5"/>
          <p:cNvSpPr txBox="1"/>
          <p:nvPr/>
        </p:nvSpPr>
        <p:spPr>
          <a:xfrm>
            <a:off x="8726557" y="5653078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/>
          </a:p>
        </p:txBody>
      </p:sp>
      <p:sp>
        <p:nvSpPr>
          <p:cNvPr id="127" name="Google Shape;127;p15"/>
          <p:cNvSpPr txBox="1"/>
          <p:nvPr/>
        </p:nvSpPr>
        <p:spPr>
          <a:xfrm>
            <a:off x="408138" y="101138"/>
            <a:ext cx="10441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endParaRPr sz="4400"/>
          </a:p>
        </p:txBody>
      </p:sp>
      <p:sp>
        <p:nvSpPr>
          <p:cNvPr id="128" name="Google Shape;128;p15"/>
          <p:cNvSpPr txBox="1"/>
          <p:nvPr/>
        </p:nvSpPr>
        <p:spPr>
          <a:xfrm>
            <a:off x="408150" y="870941"/>
            <a:ext cx="11217900" cy="4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;p13"/>
          <p:cNvSpPr/>
          <p:nvPr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15" name="Google Shape;86;p13"/>
          <p:cNvSpPr/>
          <p:nvPr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" name="Google Shape;92;p13"/>
          <p:cNvSpPr txBox="1"/>
          <p:nvPr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7" name="Google Shape;101;p14"/>
          <p:cNvSpPr/>
          <p:nvPr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408138" y="101138"/>
            <a:ext cx="104412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4400"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408150" y="870941"/>
            <a:ext cx="11217900" cy="4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689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331725" y="234850"/>
            <a:ext cx="114102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DESCRIÇÃO DO PROJETO (a descrição pode ter mais de um slide)</a:t>
            </a:r>
            <a:endParaRPr sz="4400"/>
          </a:p>
        </p:txBody>
      </p:sp>
      <p:sp>
        <p:nvSpPr>
          <p:cNvPr id="144" name="Google Shape;144;p16"/>
          <p:cNvSpPr txBox="1"/>
          <p:nvPr/>
        </p:nvSpPr>
        <p:spPr>
          <a:xfrm>
            <a:off x="383150" y="2024688"/>
            <a:ext cx="11217900" cy="4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357150" y="204000"/>
            <a:ext cx="114777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Fotos ou prints de tela (referente ao andamento do projeto)</a:t>
            </a:r>
            <a:endParaRPr sz="4400"/>
          </a:p>
        </p:txBody>
      </p:sp>
      <p:sp>
        <p:nvSpPr>
          <p:cNvPr id="160" name="Google Shape;160;p17"/>
          <p:cNvSpPr txBox="1"/>
          <p:nvPr/>
        </p:nvSpPr>
        <p:spPr>
          <a:xfrm>
            <a:off x="356750" y="2042544"/>
            <a:ext cx="11217900" cy="3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408150" y="255388"/>
            <a:ext cx="10441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sz="4400"/>
          </a:p>
        </p:txBody>
      </p:sp>
      <p:sp>
        <p:nvSpPr>
          <p:cNvPr id="176" name="Google Shape;176;p18"/>
          <p:cNvSpPr txBox="1"/>
          <p:nvPr/>
        </p:nvSpPr>
        <p:spPr>
          <a:xfrm>
            <a:off x="487050" y="1266744"/>
            <a:ext cx="11217900" cy="4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383800" y="206488"/>
            <a:ext cx="10441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sz="4400"/>
          </a:p>
        </p:txBody>
      </p:sp>
      <p:sp>
        <p:nvSpPr>
          <p:cNvPr id="192" name="Google Shape;192;p19"/>
          <p:cNvSpPr txBox="1"/>
          <p:nvPr/>
        </p:nvSpPr>
        <p:spPr>
          <a:xfrm>
            <a:off x="408150" y="1038131"/>
            <a:ext cx="11217900" cy="4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nononon</a:t>
            </a:r>
            <a:endParaRPr sz="2800"/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Usuario</cp:lastModifiedBy>
  <cp:revision>5</cp:revision>
  <dcterms:modified xsi:type="dcterms:W3CDTF">2026-10-09T21:19:29Z</dcterms:modified>
</cp:coreProperties>
</file>